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41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9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zh-TW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204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705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9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329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1538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96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175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377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23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661C01C-B5C2-475D-AC23-D9649D5F24B5}" type="datetimeFigureOut">
              <a:rPr lang="zh-TW" altLang="en-US" smtClean="0"/>
              <a:t>2025/9/22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34A67B0-C968-41C0-A4B7-71DC3C7D21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049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FBDEFE-6946-1FF8-8A1A-040AC1752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0922 AI</a:t>
            </a:r>
            <a:r>
              <a:rPr lang="zh-TW" altLang="en-US" dirty="0"/>
              <a:t>到廣告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84EF6B0-02ED-5D5D-E3EF-4F8ECD958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111316042</a:t>
            </a:r>
            <a:r>
              <a:rPr lang="zh-TW" altLang="en-US" dirty="0"/>
              <a:t>蔡東廷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119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A31B90-C4D0-02CB-57DD-7C5702FD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生成圖片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005280-C44C-9EE9-7355-C0E976D54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4586234" cy="4050792"/>
          </a:xfrm>
        </p:spPr>
        <p:txBody>
          <a:bodyPr/>
          <a:lstStyle/>
          <a:p>
            <a:r>
              <a:rPr lang="zh-TW" altLang="en-US" dirty="0"/>
              <a:t>給我一個行動店源，設計流線型，外殼採用特殊材質，手感很好。還有搭配一個數位顯示屏，顯示電量和充電狀態。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37DA2B6-6915-1283-FCBC-2B82E44E5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4" b="4055"/>
          <a:stretch>
            <a:fillRect/>
          </a:stretch>
        </p:blipFill>
        <p:spPr>
          <a:xfrm>
            <a:off x="6851914" y="869951"/>
            <a:ext cx="3960630" cy="51180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818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82684D-A1EC-64DC-FDBD-374BA9A5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</a:t>
            </a:r>
            <a:r>
              <a:rPr lang="zh-TW" altLang="en-US" dirty="0"/>
              <a:t>生成文案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585B90-66B8-A499-DC5E-0048A6650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ea"/>
              </a:rPr>
              <a:t>「想像一下，出門在外，手機即將斷電的尷尬時刻</a:t>
            </a:r>
            <a:r>
              <a:rPr lang="en-US" altLang="zh-TW" dirty="0">
                <a:latin typeface="+mn-ea"/>
              </a:rPr>
              <a:t>——</a:t>
            </a:r>
            <a:r>
              <a:rPr lang="zh-TW" altLang="en-US" dirty="0">
                <a:latin typeface="+mn-ea"/>
              </a:rPr>
              <a:t>現在，有了</a:t>
            </a:r>
            <a:r>
              <a:rPr lang="en-US" altLang="zh-TW" dirty="0" err="1">
                <a:latin typeface="+mn-ea"/>
              </a:rPr>
              <a:t>StreamCharge</a:t>
            </a:r>
            <a:r>
              <a:rPr lang="en-US" altLang="zh-TW" dirty="0">
                <a:latin typeface="+mn-ea"/>
              </a:rPr>
              <a:t> Pro</a:t>
            </a:r>
            <a:r>
              <a:rPr lang="zh-TW" altLang="en-US" dirty="0">
                <a:latin typeface="+mn-ea"/>
              </a:rPr>
              <a:t>，這一切都將成為過去！這款革命性的紅色便攜式充電寶，專為現代生活設計，擁有高解析度</a:t>
            </a:r>
            <a:r>
              <a:rPr lang="en-US" altLang="zh-TW" dirty="0">
                <a:latin typeface="+mn-ea"/>
              </a:rPr>
              <a:t>LED</a:t>
            </a:r>
            <a:r>
              <a:rPr lang="zh-TW" altLang="en-US" dirty="0">
                <a:latin typeface="+mn-ea"/>
              </a:rPr>
              <a:t>顯示螢幕，即時顯示充電進度與剩餘電量，讓你隨時掌握電力狀態。</a:t>
            </a:r>
          </a:p>
          <a:p>
            <a:r>
              <a:rPr lang="en-US" altLang="zh-TW" dirty="0" err="1">
                <a:latin typeface="+mn-ea"/>
              </a:rPr>
              <a:t>StreamCharge</a:t>
            </a:r>
            <a:r>
              <a:rPr lang="en-US" altLang="zh-TW" dirty="0">
                <a:latin typeface="+mn-ea"/>
              </a:rPr>
              <a:t> Pro </a:t>
            </a:r>
            <a:r>
              <a:rPr lang="zh-TW" altLang="en-US" dirty="0">
                <a:latin typeface="+mn-ea"/>
              </a:rPr>
              <a:t>不僅支援快速</a:t>
            </a:r>
            <a:r>
              <a:rPr lang="en-US" altLang="zh-TW" dirty="0">
                <a:latin typeface="+mn-ea"/>
              </a:rPr>
              <a:t>USB-C</a:t>
            </a:r>
            <a:r>
              <a:rPr lang="zh-TW" altLang="en-US" dirty="0">
                <a:latin typeface="+mn-ea"/>
              </a:rPr>
              <a:t>與無線充電，內建</a:t>
            </a:r>
            <a:r>
              <a:rPr lang="en-US" altLang="zh-TW" dirty="0">
                <a:latin typeface="+mn-ea"/>
              </a:rPr>
              <a:t>5000mAh</a:t>
            </a:r>
            <a:r>
              <a:rPr lang="zh-TW" altLang="en-US" dirty="0">
                <a:latin typeface="+mn-ea"/>
              </a:rPr>
              <a:t>大容量電池，能輕鬆為</a:t>
            </a:r>
            <a:r>
              <a:rPr lang="en-US" altLang="zh-TW" dirty="0">
                <a:latin typeface="+mn-ea"/>
              </a:rPr>
              <a:t>iPhone</a:t>
            </a:r>
            <a:r>
              <a:rPr lang="zh-TW" altLang="en-US" dirty="0">
                <a:latin typeface="+mn-ea"/>
              </a:rPr>
              <a:t>、</a:t>
            </a:r>
            <a:r>
              <a:rPr lang="en-US" altLang="zh-TW" dirty="0">
                <a:latin typeface="+mn-ea"/>
              </a:rPr>
              <a:t>Android</a:t>
            </a:r>
            <a:r>
              <a:rPr lang="zh-TW" altLang="en-US" dirty="0">
                <a:latin typeface="+mn-ea"/>
              </a:rPr>
              <a:t>手機或其他裝置補滿電量。輕巧方正的外型，完美放入手袋或口袋，軍規級耐摔材質，經得起日常考驗。無論旅行、通勤還是戶外冒險，它都是你的電力守護神！</a:t>
            </a:r>
          </a:p>
          <a:p>
            <a:r>
              <a:rPr lang="zh-TW" altLang="en-US" dirty="0">
                <a:latin typeface="+mn-ea"/>
              </a:rPr>
              <a:t>現在，就讓</a:t>
            </a:r>
            <a:r>
              <a:rPr lang="en-US" altLang="zh-TW" dirty="0" err="1">
                <a:latin typeface="+mn-ea"/>
              </a:rPr>
              <a:t>StreamCharge</a:t>
            </a:r>
            <a:r>
              <a:rPr lang="en-US" altLang="zh-TW" dirty="0">
                <a:latin typeface="+mn-ea"/>
              </a:rPr>
              <a:t> Pro </a:t>
            </a:r>
            <a:r>
              <a:rPr lang="zh-TW" altLang="en-US" dirty="0">
                <a:latin typeface="+mn-ea"/>
              </a:rPr>
              <a:t>為你的數位生活注入無盡能量。快來體驗，電力永不中斷！」</a:t>
            </a:r>
          </a:p>
          <a:p>
            <a:endParaRPr lang="zh-TW" altLang="en-US" dirty="0">
              <a:latin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056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36E745-0733-66EE-245F-FACBF06A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</a:t>
            </a:r>
            <a:r>
              <a:rPr lang="zh-TW" altLang="en-US" dirty="0"/>
              <a:t>心得說明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FDDFA-8D99-B7DD-CA78-033A43F7D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生成的照片最初過於複雜，包含了許多行動店源不該有的功能，過多按鈕、繁瑣的介面及不必要的動畫效果，導致整體外觀臃腫。在經過調整與簡化敘述後，最終生成了一個更簡潔、符合預期的版本，有乾淨俐落的設計風格，流線型的外觀、柔和的配色以及現代感的圖標設計，展現行動店源俐落的樣子。</a:t>
            </a:r>
          </a:p>
          <a:p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41534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刻字型">
  <a:themeElements>
    <a:clrScheme name="木刻字型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刻字型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刻字型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木刻字型</Template>
  <TotalTime>24</TotalTime>
  <Words>289</Words>
  <Application>Microsoft Office PowerPoint</Application>
  <PresentationFormat>寬螢幕</PresentationFormat>
  <Paragraphs>10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Rockwell</vt:lpstr>
      <vt:lpstr>Rockwell Condensed</vt:lpstr>
      <vt:lpstr>Wingdings</vt:lpstr>
      <vt:lpstr>木刻字型</vt:lpstr>
      <vt:lpstr>0922 AI到廣告</vt:lpstr>
      <vt:lpstr>1.生成圖片</vt:lpstr>
      <vt:lpstr>2.生成文案</vt:lpstr>
      <vt:lpstr>3.心得說明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Tsai</dc:creator>
  <cp:lastModifiedBy>Allen Tsai</cp:lastModifiedBy>
  <cp:revision>1</cp:revision>
  <dcterms:created xsi:type="dcterms:W3CDTF">2025-09-22T11:39:49Z</dcterms:created>
  <dcterms:modified xsi:type="dcterms:W3CDTF">2025-09-22T12:03:52Z</dcterms:modified>
</cp:coreProperties>
</file>